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5977C6D-31AC-46F3-AD39-0408BEA1B82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8C3F765-EABC-42E4-8DE5-9E7908962B56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850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7C6D-31AC-46F3-AD39-0408BEA1B82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F765-EABC-42E4-8DE5-9E7908962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346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7C6D-31AC-46F3-AD39-0408BEA1B82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F765-EABC-42E4-8DE5-9E7908962B56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0883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7C6D-31AC-46F3-AD39-0408BEA1B82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F765-EABC-42E4-8DE5-9E7908962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6064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7C6D-31AC-46F3-AD39-0408BEA1B82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F765-EABC-42E4-8DE5-9E7908962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113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7C6D-31AC-46F3-AD39-0408BEA1B82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F765-EABC-42E4-8DE5-9E7908962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5486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7C6D-31AC-46F3-AD39-0408BEA1B82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F765-EABC-42E4-8DE5-9E7908962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3868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7C6D-31AC-46F3-AD39-0408BEA1B82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F765-EABC-42E4-8DE5-9E7908962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55430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7C6D-31AC-46F3-AD39-0408BEA1B82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F765-EABC-42E4-8DE5-9E7908962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272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7C6D-31AC-46F3-AD39-0408BEA1B82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F765-EABC-42E4-8DE5-9E7908962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2750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77C6D-31AC-46F3-AD39-0408BEA1B82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3F765-EABC-42E4-8DE5-9E7908962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2584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65977C6D-31AC-46F3-AD39-0408BEA1B82F}" type="datetimeFigureOut">
              <a:rPr lang="ru-RU" smtClean="0"/>
              <a:t>11.11.2025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C8C3F765-EABC-42E4-8DE5-9E7908962B5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22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C8DA91-C550-452A-A71E-F1DC83D811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К столу!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A2882A-1C6E-4193-BB55-492F0D2E22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0" i="0" dirty="0">
                <a:solidFill>
                  <a:schemeClr val="bg1"/>
                </a:solidFill>
                <a:effectLst/>
                <a:latin typeface="quote-cjk-patch"/>
              </a:rPr>
              <a:t>Готовимся к праздникам без хаоса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9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B5BA49-B7CD-4158-B6E2-EE15170D8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1">
                    <a:lumMod val="75000"/>
                  </a:schemeClr>
                </a:solidFill>
              </a:rPr>
              <a:t>Сонин салат или как я нашла проблему</a:t>
            </a:r>
          </a:p>
        </p:txBody>
      </p:sp>
      <p:pic>
        <p:nvPicPr>
          <p:cNvPr id="1026" name="Picture 2" descr="Салат с сухариками, Салаты слоеные, Блюда из помидоров, рецепты на  RussianFood.com: 11 рецептов">
            <a:extLst>
              <a:ext uri="{FF2B5EF4-FFF2-40B4-BE49-F238E27FC236}">
                <a16:creationId xmlns:a16="http://schemas.microsoft.com/office/drawing/2014/main" id="{198B73B4-0518-4849-9F7B-05494D017BD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630" y="2057400"/>
            <a:ext cx="6053402" cy="403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662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79E353-8691-46C4-A150-D8163E956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 С какими сложностями сталкиваемся?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D0EC5E-E30E-4840-A5DB-19D6DC447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Рецепты — везде и нигде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Список покупок — рутина и ошибки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«А кто что купил?» — хаос в чатах</a:t>
            </a:r>
          </a:p>
          <a:p>
            <a:pPr marL="45720" indent="0">
              <a:buNone/>
            </a:pP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7679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5CC3B2-0E4A-4941-BA2A-F108218FE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Итог: что мы хотим исправить?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80D284-1247-4746-B36E-2359EB091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ru-RU" sz="3200" b="1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Потерянные рецепты</a:t>
            </a:r>
            <a:endParaRPr lang="ru-RU" sz="3200" b="0" i="0" dirty="0">
              <a:solidFill>
                <a:schemeClr val="accent1">
                  <a:lumMod val="75000"/>
                </a:schemeClr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sz="3200" b="1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Ручной список покупок</a:t>
            </a:r>
            <a:endParaRPr lang="ru-RU" sz="3200" b="0" i="0" dirty="0">
              <a:solidFill>
                <a:schemeClr val="accent1">
                  <a:lumMod val="75000"/>
                </a:schemeClr>
              </a:solidFill>
              <a:effectLst/>
              <a:latin typeface="quote-cjk-patch"/>
            </a:endParaRPr>
          </a:p>
          <a:p>
            <a:pPr algn="l">
              <a:buFont typeface="+mj-lt"/>
              <a:buAutoNum type="arabicPeriod"/>
            </a:pPr>
            <a:r>
              <a:rPr lang="ru-RU" sz="3200" b="1" i="0" dirty="0" err="1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Рассинхрон</a:t>
            </a:r>
            <a:r>
              <a:rPr lang="ru-RU" sz="3200" b="1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 с помощниками</a:t>
            </a:r>
            <a:endParaRPr lang="ru-RU" sz="3200" b="0" i="0" dirty="0">
              <a:solidFill>
                <a:schemeClr val="accent1">
                  <a:lumMod val="75000"/>
                </a:schemeClr>
              </a:solidFill>
              <a:effectLst/>
              <a:latin typeface="quote-cjk-patch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1269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406AFF-9B23-4EA7-BBAC-3623EEA05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Идея: «К столу!»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61D8988-31FA-4840-A0FE-6F5BF251A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Библиотека</a:t>
            </a:r>
            <a:r>
              <a:rPr lang="ru-RU" sz="2800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 всех рецептов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Мероприятие</a:t>
            </a:r>
            <a:r>
              <a:rPr lang="ru-RU" sz="2800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 = рецепты + </a:t>
            </a:r>
            <a:r>
              <a:rPr lang="ru-RU" sz="2800" b="1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авто-список</a:t>
            </a:r>
            <a:r>
              <a:rPr lang="ru-RU" sz="2800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 покупок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2800" b="1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Общий доступ</a:t>
            </a:r>
            <a:r>
              <a:rPr lang="ru-RU" sz="2800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 для всех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89272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4DFA3A-9490-40AE-8DD9-C0AE43197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607733"/>
            <a:ext cx="9875520" cy="1356360"/>
          </a:xfrm>
        </p:spPr>
        <p:txBody>
          <a:bodyPr/>
          <a:lstStyle/>
          <a:p>
            <a:pPr algn="ctr"/>
            <a:r>
              <a:rPr lang="ru-RU" b="1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 Как это выглядит?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124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E914FE-428D-42FD-9718-9A5AB14FE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Решаем проблемы?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9849E2-D475-4C90-A98B-B60818DF4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Потерянные рецепты</a:t>
            </a:r>
            <a:r>
              <a:rPr lang="ru-RU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	➡️ </a:t>
            </a:r>
            <a:r>
              <a:rPr lang="ru-RU" b="1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Библиотека</a:t>
            </a:r>
            <a:endParaRPr lang="ru-RU" b="0" i="0" dirty="0">
              <a:solidFill>
                <a:schemeClr val="accent1">
                  <a:lumMod val="75000"/>
                </a:schemeClr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Ручной список</a:t>
            </a:r>
            <a:r>
              <a:rPr lang="ru-RU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 		➡️ </a:t>
            </a:r>
            <a:r>
              <a:rPr lang="ru-RU" b="1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Авто-генерация</a:t>
            </a:r>
            <a:endParaRPr lang="ru-RU" b="0" i="0" dirty="0">
              <a:solidFill>
                <a:schemeClr val="accent1">
                  <a:lumMod val="75000"/>
                </a:schemeClr>
              </a:solidFill>
              <a:effectLst/>
              <a:latin typeface="quote-cjk-patch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1" i="0" dirty="0" err="1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Рассинхрон</a:t>
            </a:r>
            <a:r>
              <a:rPr lang="ru-RU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			➡️ </a:t>
            </a:r>
            <a:r>
              <a:rPr lang="ru-RU" b="1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Общий доступ</a:t>
            </a:r>
            <a:endParaRPr lang="ru-RU" b="0" i="0" dirty="0">
              <a:solidFill>
                <a:schemeClr val="accent1">
                  <a:lumMod val="75000"/>
                </a:schemeClr>
              </a:solidFill>
              <a:effectLst/>
              <a:latin typeface="quote-cjk-patch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7284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62A58-25CE-415E-B42E-0EC757ACE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Что вы думаете?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7540FF-7512-47B3-8719-F1C89D386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Что самое полезное?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Что можно улучшить?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Какой функции не хватает?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92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B26EAD-989E-47D2-B269-6E74372D6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8240" y="2750820"/>
            <a:ext cx="9875520" cy="1356360"/>
          </a:xfrm>
        </p:spPr>
        <p:txBody>
          <a:bodyPr/>
          <a:lstStyle/>
          <a:p>
            <a:r>
              <a:rPr lang="ru-RU" b="0" i="0" dirty="0">
                <a:solidFill>
                  <a:schemeClr val="accent1">
                    <a:lumMod val="75000"/>
                  </a:schemeClr>
                </a:solidFill>
                <a:effectLst/>
                <a:latin typeface="quote-cjk-patch"/>
              </a:rPr>
              <a:t>Спасибо за вашу помощь!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1829430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Зеленый и желтый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TM03457444[[fn=Базис]]</Template>
  <TotalTime>6</TotalTime>
  <Words>124</Words>
  <Application>Microsoft Office PowerPoint</Application>
  <PresentationFormat>Широкоэкранный</PresentationFormat>
  <Paragraphs>25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Corbel</vt:lpstr>
      <vt:lpstr>quote-cjk-patch</vt:lpstr>
      <vt:lpstr>Базис</vt:lpstr>
      <vt:lpstr>К столу! </vt:lpstr>
      <vt:lpstr>Сонин салат или как я нашла проблему</vt:lpstr>
      <vt:lpstr> С какими сложностями сталкиваемся?</vt:lpstr>
      <vt:lpstr>Итог: что мы хотим исправить?</vt:lpstr>
      <vt:lpstr>Идея: «К столу!»</vt:lpstr>
      <vt:lpstr> Как это выглядит?</vt:lpstr>
      <vt:lpstr>Решаем проблемы?</vt:lpstr>
      <vt:lpstr>Что вы думаете?</vt:lpstr>
      <vt:lpstr>Спасибо за вашу помощь!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 столу! </dc:title>
  <dc:creator>Юлия Березовская</dc:creator>
  <cp:lastModifiedBy>Юлия Березовская</cp:lastModifiedBy>
  <cp:revision>1</cp:revision>
  <dcterms:created xsi:type="dcterms:W3CDTF">2025-11-11T13:13:08Z</dcterms:created>
  <dcterms:modified xsi:type="dcterms:W3CDTF">2025-11-11T13:19:53Z</dcterms:modified>
</cp:coreProperties>
</file>